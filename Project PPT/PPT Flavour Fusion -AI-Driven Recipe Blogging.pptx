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tableStyles" Target="tableStyle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theme" Target="theme/theme1.xml" /><Relationship Id="rId2" Type="http://schemas.openxmlformats.org/officeDocument/2006/relationships/slide" Target="slides/slide1.xml" /><Relationship Id="rId16" Type="http://schemas.openxmlformats.org/officeDocument/2006/relationships/viewProps" Target="view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presProps" Target="presProps.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BF4D1377-A8B6-4804-8CC1-34DEB488021A}" type="datetimeFigureOut">
              <a:rPr lang="en-IN" smtClean="0"/>
              <a:t>19-02-2026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1191A7B-D804-41C1-8B58-F19CB39A28D3}" type="slidenum">
              <a:rPr lang="en-IN" smtClean="0"/>
              <a:t>‹#›</a:t>
            </a:fld>
            <a:endParaRPr lang="en-IN"/>
          </a:p>
        </p:txBody>
      </p:sp>
    </p:spTree>
    <p:extLst>
      <p:ext uri="{BB962C8B-B14F-4D97-AF65-F5344CB8AC3E}">
        <p14:creationId xmlns:p14="http://schemas.microsoft.com/office/powerpoint/2010/main" val="27648326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F4D1377-A8B6-4804-8CC1-34DEB488021A}" type="datetimeFigureOut">
              <a:rPr lang="en-IN" smtClean="0"/>
              <a:t>19-02-2026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1191A7B-D804-41C1-8B58-F19CB39A28D3}" type="slidenum">
              <a:rPr lang="en-IN" smtClean="0"/>
              <a:t>‹#›</a:t>
            </a:fld>
            <a:endParaRPr lang="en-IN"/>
          </a:p>
        </p:txBody>
      </p:sp>
    </p:spTree>
    <p:extLst>
      <p:ext uri="{BB962C8B-B14F-4D97-AF65-F5344CB8AC3E}">
        <p14:creationId xmlns:p14="http://schemas.microsoft.com/office/powerpoint/2010/main" val="15042074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F4D1377-A8B6-4804-8CC1-34DEB488021A}" type="datetimeFigureOut">
              <a:rPr lang="en-IN" smtClean="0"/>
              <a:t>19-02-2026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1191A7B-D804-41C1-8B58-F19CB39A28D3}" type="slidenum">
              <a:rPr lang="en-IN" smtClean="0"/>
              <a:t>‹#›</a:t>
            </a:fld>
            <a:endParaRPr lang="en-IN"/>
          </a:p>
        </p:txBody>
      </p:sp>
    </p:spTree>
    <p:extLst>
      <p:ext uri="{BB962C8B-B14F-4D97-AF65-F5344CB8AC3E}">
        <p14:creationId xmlns:p14="http://schemas.microsoft.com/office/powerpoint/2010/main" val="519104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BF4D1377-A8B6-4804-8CC1-34DEB488021A}" type="datetimeFigureOut">
              <a:rPr lang="en-IN" smtClean="0"/>
              <a:t>19-02-2026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1191A7B-D804-41C1-8B58-F19CB39A28D3}" type="slidenum">
              <a:rPr lang="en-IN" smtClean="0"/>
              <a:t>‹#›</a:t>
            </a:fld>
            <a:endParaRPr lang="en-IN"/>
          </a:p>
        </p:txBody>
      </p:sp>
    </p:spTree>
    <p:extLst>
      <p:ext uri="{BB962C8B-B14F-4D97-AF65-F5344CB8AC3E}">
        <p14:creationId xmlns:p14="http://schemas.microsoft.com/office/powerpoint/2010/main" val="35381224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BF4D1377-A8B6-4804-8CC1-34DEB488021A}" type="datetimeFigureOut">
              <a:rPr lang="en-IN" smtClean="0"/>
              <a:t>19-02-2026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1191A7B-D804-41C1-8B58-F19CB39A28D3}" type="slidenum">
              <a:rPr lang="en-IN" smtClean="0"/>
              <a:t>‹#›</a:t>
            </a:fld>
            <a:endParaRPr lang="en-IN"/>
          </a:p>
        </p:txBody>
      </p:sp>
    </p:spTree>
    <p:extLst>
      <p:ext uri="{BB962C8B-B14F-4D97-AF65-F5344CB8AC3E}">
        <p14:creationId xmlns:p14="http://schemas.microsoft.com/office/powerpoint/2010/main" val="33327884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BF4D1377-A8B6-4804-8CC1-34DEB488021A}" type="datetimeFigureOut">
              <a:rPr lang="en-IN" smtClean="0"/>
              <a:t>19-02-2026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1191A7B-D804-41C1-8B58-F19CB39A28D3}" type="slidenum">
              <a:rPr lang="en-IN" smtClean="0"/>
              <a:t>‹#›</a:t>
            </a:fld>
            <a:endParaRPr lang="en-IN"/>
          </a:p>
        </p:txBody>
      </p:sp>
    </p:spTree>
    <p:extLst>
      <p:ext uri="{BB962C8B-B14F-4D97-AF65-F5344CB8AC3E}">
        <p14:creationId xmlns:p14="http://schemas.microsoft.com/office/powerpoint/2010/main" val="2052162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4D1377-A8B6-4804-8CC1-34DEB488021A}" type="datetimeFigureOut">
              <a:rPr lang="en-IN" smtClean="0"/>
              <a:t>19-02-2026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1191A7B-D804-41C1-8B58-F19CB39A28D3}" type="slidenum">
              <a:rPr lang="en-IN" smtClean="0"/>
              <a:t>‹#›</a:t>
            </a:fld>
            <a:endParaRPr lang="en-IN"/>
          </a:p>
        </p:txBody>
      </p:sp>
    </p:spTree>
    <p:extLst>
      <p:ext uri="{BB962C8B-B14F-4D97-AF65-F5344CB8AC3E}">
        <p14:creationId xmlns:p14="http://schemas.microsoft.com/office/powerpoint/2010/main" val="2635585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F4D1377-A8B6-4804-8CC1-34DEB488021A}" type="datetimeFigureOut">
              <a:rPr lang="en-IN" smtClean="0"/>
              <a:t>19-02-2026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1191A7B-D804-41C1-8B58-F19CB39A28D3}" type="slidenum">
              <a:rPr lang="en-IN" smtClean="0"/>
              <a:t>‹#›</a:t>
            </a:fld>
            <a:endParaRPr lang="en-IN"/>
          </a:p>
        </p:txBody>
      </p:sp>
    </p:spTree>
    <p:extLst>
      <p:ext uri="{BB962C8B-B14F-4D97-AF65-F5344CB8AC3E}">
        <p14:creationId xmlns:p14="http://schemas.microsoft.com/office/powerpoint/2010/main" val="38604904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F4D1377-A8B6-4804-8CC1-34DEB488021A}" type="datetimeFigureOut">
              <a:rPr lang="en-IN" smtClean="0"/>
              <a:t>19-02-2026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1191A7B-D804-41C1-8B58-F19CB39A28D3}" type="slidenum">
              <a:rPr lang="en-IN" smtClean="0"/>
              <a:t>‹#›</a:t>
            </a:fld>
            <a:endParaRPr lang="en-IN"/>
          </a:p>
        </p:txBody>
      </p:sp>
    </p:spTree>
    <p:extLst>
      <p:ext uri="{BB962C8B-B14F-4D97-AF65-F5344CB8AC3E}">
        <p14:creationId xmlns:p14="http://schemas.microsoft.com/office/powerpoint/2010/main" val="40294539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F4D1377-A8B6-4804-8CC1-34DEB488021A}" type="datetimeFigureOut">
              <a:rPr lang="en-IN" smtClean="0"/>
              <a:t>19-02-2026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1191A7B-D804-41C1-8B58-F19CB39A28D3}" type="slidenum">
              <a:rPr lang="en-IN" smtClean="0"/>
              <a:t>‹#›</a:t>
            </a:fld>
            <a:endParaRPr lang="en-IN"/>
          </a:p>
        </p:txBody>
      </p:sp>
    </p:spTree>
    <p:extLst>
      <p:ext uri="{BB962C8B-B14F-4D97-AF65-F5344CB8AC3E}">
        <p14:creationId xmlns:p14="http://schemas.microsoft.com/office/powerpoint/2010/main" val="38378796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F4D1377-A8B6-4804-8CC1-34DEB488021A}" type="datetimeFigureOut">
              <a:rPr lang="en-IN" smtClean="0"/>
              <a:t>19-02-2026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1191A7B-D804-41C1-8B58-F19CB39A28D3}" type="slidenum">
              <a:rPr lang="en-IN" smtClean="0"/>
              <a:t>‹#›</a:t>
            </a:fld>
            <a:endParaRPr lang="en-IN"/>
          </a:p>
        </p:txBody>
      </p:sp>
    </p:spTree>
    <p:extLst>
      <p:ext uri="{BB962C8B-B14F-4D97-AF65-F5344CB8AC3E}">
        <p14:creationId xmlns:p14="http://schemas.microsoft.com/office/powerpoint/2010/main" val="9566829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4D1377-A8B6-4804-8CC1-34DEB488021A}" type="datetimeFigureOut">
              <a:rPr lang="en-IN" smtClean="0"/>
              <a:t>19-02-2026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1191A7B-D804-41C1-8B58-F19CB39A28D3}" type="slidenum">
              <a:rPr lang="en-IN" smtClean="0"/>
              <a:t>‹#›</a:t>
            </a:fld>
            <a:endParaRPr lang="en-IN"/>
          </a:p>
        </p:txBody>
      </p:sp>
    </p:spTree>
    <p:extLst>
      <p:ext uri="{BB962C8B-B14F-4D97-AF65-F5344CB8AC3E}">
        <p14:creationId xmlns:p14="http://schemas.microsoft.com/office/powerpoint/2010/main" val="16249688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IN" dirty="0"/>
              <a:t>Flavour Fusion: AI-Driven Recipe Blogging</a:t>
            </a:r>
            <a:br>
              <a:rPr lang="en-IN" dirty="0"/>
            </a:br>
            <a:endParaRPr lang="en-IN" dirty="0"/>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7691517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buNone/>
            </a:pPr>
            <a:r>
              <a:rPr lang="en-IN" dirty="0"/>
              <a:t> Team ID : LTVIP2026TMIDS65437</a:t>
            </a:r>
          </a:p>
          <a:p>
            <a:pPr marL="0" indent="0">
              <a:buNone/>
            </a:pPr>
            <a:r>
              <a:rPr lang="en-IN" dirty="0"/>
              <a:t>Team Size : 4</a:t>
            </a:r>
          </a:p>
          <a:p>
            <a:pPr marL="0" indent="0">
              <a:buNone/>
            </a:pPr>
            <a:r>
              <a:rPr lang="en-IN" dirty="0"/>
              <a:t>Team Leader : Myna Dagani</a:t>
            </a:r>
          </a:p>
          <a:p>
            <a:pPr marL="0" indent="0">
              <a:buNone/>
            </a:pPr>
            <a:r>
              <a:rPr lang="en-IN" dirty="0"/>
              <a:t>Team member : Guntipalli Divya</a:t>
            </a:r>
          </a:p>
          <a:p>
            <a:pPr marL="0" indent="0">
              <a:buNone/>
            </a:pPr>
            <a:r>
              <a:rPr lang="en-IN" dirty="0"/>
              <a:t>Team member : Jonna Sravani</a:t>
            </a:r>
          </a:p>
          <a:p>
            <a:pPr marL="0" indent="0">
              <a:buNone/>
            </a:pPr>
            <a:r>
              <a:rPr lang="en-IN" dirty="0"/>
              <a:t>Team member : Nakka Tejasri</a:t>
            </a:r>
          </a:p>
        </p:txBody>
      </p:sp>
    </p:spTree>
    <p:extLst>
      <p:ext uri="{BB962C8B-B14F-4D97-AF65-F5344CB8AC3E}">
        <p14:creationId xmlns:p14="http://schemas.microsoft.com/office/powerpoint/2010/main" val="12209685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Introduction:</a:t>
            </a:r>
          </a:p>
          <a:p>
            <a:pPr marL="0" indent="0">
              <a:buNone/>
            </a:pPr>
            <a:r>
              <a:rPr lang="en-US" dirty="0"/>
              <a:t>               </a:t>
            </a:r>
            <a:r>
              <a:rPr lang="en-US" sz="2400" dirty="0"/>
              <a:t>AI-driven recipe blogging is a modern approach to food content creation that uses Artificial Intelligence (AI) to automate and enhance the process of generating recipes, writing blog posts, and creating food photography. This shift allows creators to move beyond traditional cookbooks by using advanced algorithms to analyze dietary needs, ingredient combinations, and flavor profiles to produce highly personalized content at scale.</a:t>
            </a:r>
            <a:endParaRPr lang="en-IN" sz="2400" dirty="0"/>
          </a:p>
        </p:txBody>
      </p:sp>
    </p:spTree>
    <p:extLst>
      <p:ext uri="{BB962C8B-B14F-4D97-AF65-F5344CB8AC3E}">
        <p14:creationId xmlns:p14="http://schemas.microsoft.com/office/powerpoint/2010/main" val="41551042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Advantages:</a:t>
            </a:r>
          </a:p>
          <a:p>
            <a:pPr marL="0" indent="0">
              <a:buNone/>
            </a:pPr>
            <a:r>
              <a:rPr lang="en-US" sz="2400" dirty="0"/>
              <a:t>High Efficiency and Scalability:                                                                                                   AI can generate, write, and optimize dozens of recipes in minutes, allowing bloggers to quickly populate their sites, increase output, and maintain a consistent schedule.</a:t>
            </a:r>
          </a:p>
          <a:p>
            <a:pPr marL="0" indent="0">
              <a:buNone/>
            </a:pPr>
            <a:r>
              <a:rPr lang="en-US" sz="2400" dirty="0"/>
              <a:t>Overcomes Writer's Block: AI tools can generate, structure, and draft articles, helping creators overcome creative blocks and generate new content ideas based on trending topics.</a:t>
            </a:r>
          </a:p>
          <a:p>
            <a:pPr marL="0" indent="0">
              <a:buNone/>
            </a:pPr>
            <a:r>
              <a:rPr lang="en-US" sz="2400" dirty="0"/>
              <a:t>SEO Optimization: AI can automatically analyze search trends to suggest and incorporate keywords, potentially boosting search engine rankings.</a:t>
            </a:r>
            <a:endParaRPr lang="en-IN" sz="2400" dirty="0"/>
          </a:p>
        </p:txBody>
      </p:sp>
    </p:spTree>
    <p:extLst>
      <p:ext uri="{BB962C8B-B14F-4D97-AF65-F5344CB8AC3E}">
        <p14:creationId xmlns:p14="http://schemas.microsoft.com/office/powerpoint/2010/main" val="35165421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Disadvantages:</a:t>
            </a:r>
          </a:p>
          <a:p>
            <a:pPr marL="0" indent="0">
              <a:buNone/>
            </a:pPr>
            <a:r>
              <a:rPr lang="en-US" sz="2400" dirty="0"/>
              <a:t>Inaccuracy and Safety Risks: AI often lacks understanding of cooking science, which can result in incorrect temperatures, missing key ingredients, or unsafe, inedible, or nonsensical recipes.</a:t>
            </a:r>
          </a:p>
          <a:p>
            <a:pPr marL="0" indent="0">
              <a:buNone/>
            </a:pPr>
            <a:r>
              <a:rPr lang="en-US" sz="2400" dirty="0"/>
              <a:t>Lack of Testing and Authenticity: AI-generated recipes are rarely tested in a physical kitchen. Readers often prefer, and trust more, recipes that have been tested and verified by humans.</a:t>
            </a:r>
          </a:p>
          <a:p>
            <a:pPr marL="0" indent="0">
              <a:buNone/>
            </a:pPr>
            <a:r>
              <a:rPr lang="en-US" sz="2400" dirty="0"/>
              <a:t>Low Originality and Quality: AI operates by analyzing and remixing existing content, leading to generic or "slop" content that lacks the unique, personal, and creative touch of a human chef.</a:t>
            </a:r>
            <a:endParaRPr lang="en-IN" sz="2400" dirty="0"/>
          </a:p>
        </p:txBody>
      </p:sp>
    </p:spTree>
    <p:extLst>
      <p:ext uri="{BB962C8B-B14F-4D97-AF65-F5344CB8AC3E}">
        <p14:creationId xmlns:p14="http://schemas.microsoft.com/office/powerpoint/2010/main" val="33690558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85000" lnSpcReduction="20000"/>
          </a:bodyPr>
          <a:lstStyle/>
          <a:p>
            <a:pPr marL="0" indent="0">
              <a:buNone/>
            </a:pPr>
            <a:r>
              <a:rPr lang="en-IN" dirty="0"/>
              <a:t>Key Features:</a:t>
            </a:r>
          </a:p>
          <a:p>
            <a:pPr marL="0" indent="0">
              <a:buNone/>
            </a:pPr>
            <a:r>
              <a:rPr lang="en-US" sz="2400" dirty="0"/>
              <a:t>Automated Content Generation: AI tools generate full blog posts, including recipe titles, engaging introductions, and step-by-step cooking instructions, in seconds.</a:t>
            </a:r>
          </a:p>
          <a:p>
            <a:pPr marL="0" indent="0">
              <a:buNone/>
            </a:pPr>
            <a:r>
              <a:rPr lang="en-US" sz="2400" dirty="0"/>
              <a:t>Structured Recipe Schema (SEO): AI automatically converts recipe text into structured Schema.org JSON-LD scripts, ensuring high visibility in search engine results and rich snippets.</a:t>
            </a:r>
          </a:p>
          <a:p>
            <a:pPr marL="0" indent="0">
              <a:buNone/>
            </a:pPr>
            <a:r>
              <a:rPr lang="en-US" sz="2400" dirty="0"/>
              <a:t>AI-Powered Image Generation: Tools can produce unique, high-quality, and visually appealing photos of dishes without needing physical photo shoots.</a:t>
            </a:r>
          </a:p>
          <a:p>
            <a:pPr marL="0" indent="0">
              <a:buNone/>
            </a:pPr>
            <a:r>
              <a:rPr lang="en-US" sz="2400" dirty="0"/>
              <a:t>Personalized Ingredient Adjustments: AI can dynamically modify recipes based on specific dietary restrictions (e.g., vegan, gluten-free), ingredient substitutions, or to adjust portion sizes.</a:t>
            </a:r>
          </a:p>
          <a:p>
            <a:pPr marL="0" indent="0">
              <a:buNone/>
            </a:pPr>
            <a:r>
              <a:rPr lang="en-US" sz="2400" dirty="0"/>
              <a:t>Intelligent Nutritional Analysis: Automated calculation of macros and calories for recipe cards based on ingredient data.</a:t>
            </a:r>
          </a:p>
          <a:p>
            <a:pPr marL="0" indent="0">
              <a:buNone/>
            </a:pPr>
            <a:r>
              <a:rPr lang="en-US" sz="2400" dirty="0"/>
              <a:t>SEO Optimization &amp; Keyword Strategy: AI tools analyze search trends to identify low-competition, long-tail keywords and optimize on-page content, including meta descriptions and headlines.</a:t>
            </a:r>
          </a:p>
          <a:p>
            <a:pPr marL="0" indent="0">
              <a:buNone/>
            </a:pPr>
            <a:r>
              <a:rPr lang="en-US" sz="2400" dirty="0"/>
              <a:t>Programmatic Content Scaling: The ability to scale up to 100+ posts per month by generating content in bulk and scheduling posts to publish automatically.</a:t>
            </a:r>
            <a:endParaRPr lang="en-IN" sz="2400" dirty="0"/>
          </a:p>
        </p:txBody>
      </p:sp>
    </p:spTree>
    <p:extLst>
      <p:ext uri="{BB962C8B-B14F-4D97-AF65-F5344CB8AC3E}">
        <p14:creationId xmlns:p14="http://schemas.microsoft.com/office/powerpoint/2010/main" val="39800990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dirty="0"/>
              <a:t>Techniques:</a:t>
            </a:r>
          </a:p>
          <a:p>
            <a:r>
              <a:rPr lang="en-US" dirty="0"/>
              <a:t>Technical SEO &amp; Content</a:t>
            </a:r>
          </a:p>
          <a:p>
            <a:pPr marL="0" indent="0">
              <a:buNone/>
            </a:pPr>
            <a:r>
              <a:rPr lang="en-US" dirty="0"/>
              <a:t> </a:t>
            </a:r>
            <a:r>
              <a:rPr lang="en-US" sz="2200" dirty="0"/>
              <a:t>OptimizationStructured Data (Schema Markup): Using AI-powered plugins (e.g., WP Recipe Maker) to automatically generate Schema.org JSON-LD, ensuring recipes appear in Google's Recipe Carousel.</a:t>
            </a:r>
          </a:p>
          <a:p>
            <a:pPr marL="0" indent="0">
              <a:buNone/>
            </a:pPr>
            <a:r>
              <a:rPr lang="en-US" sz="2200" dirty="0"/>
              <a:t>Keyword Optimization: Leveraging tools like RankIQ, SurferSEO, or Frase to find low-competition, high-intent keywords and to optimize content in real-time for better search rankings.</a:t>
            </a:r>
          </a:p>
          <a:p>
            <a:pPr marL="0" indent="0">
              <a:buNone/>
            </a:pPr>
            <a:r>
              <a:rPr lang="en-US" sz="2200" dirty="0"/>
              <a:t>FAQ Generation: Utilizing AI to create "Frequently Asked Questions" sections at the end of posts to capture voice search and "People Also Ask" queries.</a:t>
            </a:r>
            <a:endParaRPr lang="en-IN" sz="2200" dirty="0"/>
          </a:p>
        </p:txBody>
      </p:sp>
    </p:spTree>
    <p:extLst>
      <p:ext uri="{BB962C8B-B14F-4D97-AF65-F5344CB8AC3E}">
        <p14:creationId xmlns:p14="http://schemas.microsoft.com/office/powerpoint/2010/main" val="34345265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838200" y="1564853"/>
            <a:ext cx="10515600" cy="4351338"/>
          </a:xfrm>
        </p:spPr>
        <p:txBody>
          <a:bodyPr/>
          <a:lstStyle/>
          <a:p>
            <a:r>
              <a:rPr lang="en-IN" dirty="0"/>
              <a:t>Other Techniques:</a:t>
            </a:r>
          </a:p>
          <a:p>
            <a:r>
              <a:rPr lang="en-IN" dirty="0"/>
              <a:t>Visual Content Generation</a:t>
            </a:r>
          </a:p>
          <a:p>
            <a:pPr marL="0" indent="0">
              <a:buNone/>
            </a:pPr>
            <a:r>
              <a:rPr lang="en-IN" sz="2400" dirty="0"/>
              <a:t>AI Image Generation: </a:t>
            </a:r>
          </a:p>
          <a:p>
            <a:pPr marL="0" indent="0">
              <a:buNone/>
            </a:pPr>
            <a:r>
              <a:rPr lang="en-IN" sz="2400" dirty="0"/>
              <a:t>       Creating unique, high-quality recipe photos and thumbnails using tools like DALL·E 3 or </a:t>
            </a:r>
            <a:r>
              <a:rPr lang="en-IN" sz="2400" dirty="0" err="1"/>
              <a:t>Midjourney</a:t>
            </a:r>
            <a:r>
              <a:rPr lang="en-IN" sz="2400" dirty="0"/>
              <a:t> to complement blog posts.</a:t>
            </a:r>
          </a:p>
          <a:p>
            <a:pPr marL="0" indent="0">
              <a:buNone/>
            </a:pPr>
            <a:r>
              <a:rPr lang="en-IN" sz="2400" dirty="0"/>
              <a:t>Image Optimization:        </a:t>
            </a:r>
          </a:p>
          <a:p>
            <a:pPr marL="0" indent="0">
              <a:buNone/>
            </a:pPr>
            <a:r>
              <a:rPr lang="en-IN" sz="2400" dirty="0"/>
              <a:t> Using AI tools for image resizing, compression, and generating descriptive Alt-Text, improving page load speeds and accessibility.</a:t>
            </a:r>
          </a:p>
        </p:txBody>
      </p:sp>
    </p:spTree>
    <p:extLst>
      <p:ext uri="{BB962C8B-B14F-4D97-AF65-F5344CB8AC3E}">
        <p14:creationId xmlns:p14="http://schemas.microsoft.com/office/powerpoint/2010/main" val="17149368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pPr marL="0" indent="0">
              <a:buNone/>
            </a:pPr>
            <a:r>
              <a:rPr lang="en-IN" sz="3200" b="1" dirty="0"/>
              <a:t>Challenges</a:t>
            </a:r>
            <a:r>
              <a:rPr lang="en-IN" dirty="0"/>
              <a:t>:</a:t>
            </a:r>
          </a:p>
          <a:p>
            <a:pPr marL="0" indent="0">
              <a:buNone/>
            </a:pPr>
            <a:r>
              <a:rPr lang="en-US" sz="2200" dirty="0"/>
              <a:t>Lack of Actual Testing and "Human Touch": AI does not taste, smell, or test recipes in a real kitchen, leading to potentially inedible results despite accurate ingredient lists.</a:t>
            </a:r>
          </a:p>
          <a:p>
            <a:pPr marL="0" indent="0">
              <a:buNone/>
            </a:pPr>
            <a:r>
              <a:rPr lang="en-US" sz="2200" dirty="0"/>
              <a:t>Accuracy and Hallucination Issues: AI often generates recipes with incorrect, nonsensical, or mismatched ingredients, or proposes instructions that are physically impossible to follow.</a:t>
            </a:r>
          </a:p>
          <a:p>
            <a:pPr marL="0" indent="0">
              <a:buNone/>
            </a:pPr>
            <a:r>
              <a:rPr lang="en-US" sz="2200" dirty="0"/>
              <a:t>"Recipe Slop" and Reduced Quality: The surge of AI-generated content creates a flood of low-quality or "slop" recipes online, eroding trust and making it harder for users to find reliable, human-tested recipes.</a:t>
            </a:r>
          </a:p>
          <a:p>
            <a:pPr marL="0" indent="0">
              <a:buNone/>
            </a:pPr>
            <a:r>
              <a:rPr lang="en-US" sz="2200" dirty="0"/>
              <a:t>Intellectual Property and Copyright Concerns: AI models are often trained on existing, copyrighted recipes from human creators without consent</a:t>
            </a:r>
            <a:endParaRPr lang="en-IN" sz="2200" dirty="0"/>
          </a:p>
        </p:txBody>
      </p:sp>
    </p:spTree>
    <p:extLst>
      <p:ext uri="{BB962C8B-B14F-4D97-AF65-F5344CB8AC3E}">
        <p14:creationId xmlns:p14="http://schemas.microsoft.com/office/powerpoint/2010/main" val="30527794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Key components:</a:t>
            </a:r>
          </a:p>
          <a:p>
            <a:pPr marL="0" indent="0">
              <a:buNone/>
            </a:pPr>
            <a:r>
              <a:rPr lang="en-US" sz="2200" dirty="0"/>
              <a:t>Recipe Generation Model: A model trained to generate recipes based on ingredients, dietary restrictions, and other factors.</a:t>
            </a:r>
          </a:p>
          <a:p>
            <a:pPr marL="0" indent="0">
              <a:buNone/>
            </a:pPr>
            <a:r>
              <a:rPr lang="en-US" sz="2200" dirty="0"/>
              <a:t>Ingredient Extraction Model: A model trained to extract ingredients from text, such as recipe descriptions or user input.</a:t>
            </a:r>
          </a:p>
          <a:p>
            <a:pPr marL="0" indent="0">
              <a:buNone/>
            </a:pPr>
            <a:r>
              <a:rPr lang="en-US" sz="2200" dirty="0"/>
              <a:t>Recipe Recommendation System: A system that recommends recipes to users based on their preferences, dietary restrictions, and cooking history.</a:t>
            </a:r>
          </a:p>
          <a:p>
            <a:pPr marL="0" indent="0">
              <a:buNone/>
            </a:pPr>
            <a:r>
              <a:rPr lang="en-US" sz="2200" dirty="0"/>
              <a:t>Image Recognition Model: A model trained to recognize images of food and ingredients, allowing users to upload images and receive recipe suggestions.</a:t>
            </a:r>
            <a:endParaRPr lang="en-IN" sz="2200" dirty="0"/>
          </a:p>
        </p:txBody>
      </p:sp>
    </p:spTree>
    <p:extLst>
      <p:ext uri="{BB962C8B-B14F-4D97-AF65-F5344CB8AC3E}">
        <p14:creationId xmlns:p14="http://schemas.microsoft.com/office/powerpoint/2010/main" val="37362338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pPr marL="0" indent="0">
              <a:buNone/>
            </a:pPr>
            <a:r>
              <a:rPr lang="en-US" sz="3200" dirty="0"/>
              <a:t>structure includes</a:t>
            </a:r>
            <a:r>
              <a:rPr lang="en-IN" sz="3200"/>
              <a:t>:</a:t>
            </a:r>
            <a:endParaRPr lang="en-US" sz="3200" dirty="0"/>
          </a:p>
          <a:p>
            <a:pPr marL="0" indent="0">
              <a:buNone/>
            </a:pPr>
            <a:r>
              <a:rPr lang="en-US" dirty="0"/>
              <a:t> </a:t>
            </a:r>
            <a:r>
              <a:rPr lang="en-US" sz="2200" dirty="0"/>
              <a:t>app/: The main application directory, containing templates, static files, and application logic.</a:t>
            </a:r>
          </a:p>
          <a:p>
            <a:pPr marL="0" indent="0">
              <a:buNone/>
            </a:pPr>
            <a:r>
              <a:rPr lang="en-US" sz="2200" dirty="0"/>
              <a:t>data/: A directory for storing data files, such as CSV files containing recipes and ingredients.</a:t>
            </a:r>
          </a:p>
          <a:p>
            <a:pPr marL="0" indent="0">
              <a:buNone/>
            </a:pPr>
            <a:r>
              <a:rPr lang="en-US" sz="2200" dirty="0"/>
              <a:t>models/: A directory for defining data models, such as recipe and ingredient models.</a:t>
            </a:r>
          </a:p>
          <a:p>
            <a:pPr marL="0" indent="0">
              <a:buNone/>
            </a:pPr>
            <a:r>
              <a:rPr lang="en-US" sz="2200" dirty="0"/>
              <a:t>services/: A directory for defining services, such as AI-powered recipe generation and recommendation services.</a:t>
            </a:r>
          </a:p>
          <a:p>
            <a:pPr marL="0" indent="0">
              <a:buNone/>
            </a:pPr>
            <a:r>
              <a:rPr lang="en-US" sz="2200" dirty="0"/>
              <a:t>config.py: A configuration file for the application.</a:t>
            </a:r>
          </a:p>
          <a:p>
            <a:pPr marL="0" indent="0">
              <a:buNone/>
            </a:pPr>
            <a:r>
              <a:rPr lang="en-US" sz="2200" dirty="0"/>
              <a:t>requirements.txt: A file listing the dependencies required to run the application.</a:t>
            </a:r>
          </a:p>
          <a:p>
            <a:pPr marL="0" indent="0">
              <a:buNone/>
            </a:pPr>
            <a:r>
              <a:rPr lang="en-US" sz="2200" dirty="0"/>
              <a:t>run.py: A script to run the application.</a:t>
            </a:r>
          </a:p>
          <a:p>
            <a:pPr marL="0" indent="0">
              <a:buNone/>
            </a:pPr>
            <a:r>
              <a:rPr lang="en-US" sz="2200" dirty="0"/>
              <a:t>README.md: A README file for the project.</a:t>
            </a:r>
            <a:endParaRPr lang="en-IN" sz="2200" dirty="0"/>
          </a:p>
        </p:txBody>
      </p:sp>
    </p:spTree>
    <p:extLst>
      <p:ext uri="{BB962C8B-B14F-4D97-AF65-F5344CB8AC3E}">
        <p14:creationId xmlns:p14="http://schemas.microsoft.com/office/powerpoint/2010/main" val="4316222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Future developments could include:-</a:t>
            </a:r>
          </a:p>
          <a:p>
            <a:pPr marL="0" indent="0">
              <a:buNone/>
            </a:pPr>
            <a:r>
              <a:rPr lang="en-US" dirty="0"/>
              <a:t> </a:t>
            </a:r>
            <a:r>
              <a:rPr lang="en-US" sz="2200" dirty="0"/>
              <a:t>Integration with smart kitchen devices: Seamless integration with smart kitchen appliances and devices to streamline cooking and meal prep.</a:t>
            </a:r>
          </a:p>
          <a:p>
            <a:pPr marL="0" indent="0">
              <a:buNone/>
            </a:pPr>
            <a:r>
              <a:rPr lang="en-US" sz="2200" dirty="0"/>
              <a:t> Advanced nutrition planning: AI-powered nutrition planning and meal prep recommendations.</a:t>
            </a:r>
          </a:p>
          <a:p>
            <a:pPr marL="0" indent="0">
              <a:buNone/>
            </a:pPr>
            <a:r>
              <a:rPr lang="en-US" sz="2200" dirty="0"/>
              <a:t>Expansion to new cuisines and dietary options: Support for more cuisines, dietary restrictions, and ingredient preferences.</a:t>
            </a:r>
            <a:endParaRPr lang="en-IN" sz="2200" dirty="0"/>
          </a:p>
        </p:txBody>
      </p:sp>
    </p:spTree>
    <p:extLst>
      <p:ext uri="{BB962C8B-B14F-4D97-AF65-F5344CB8AC3E}">
        <p14:creationId xmlns:p14="http://schemas.microsoft.com/office/powerpoint/2010/main" val="10007062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Conclusion:</a:t>
            </a:r>
          </a:p>
          <a:p>
            <a:pPr marL="0" indent="0">
              <a:buNone/>
            </a:pPr>
            <a:r>
              <a:rPr lang="en-US" sz="2400" dirty="0"/>
              <a:t>The AI-driven recipe blogging platform has the potential to revolutionize the way we discover, create, and share recipes. By leveraging the power of artificial intelligence and machine learning, we can provide users with personalized recipe recommendations, automate recipe generation, and enable seamless ingredient extraction. The platform's multimodal capabilities, including image recognition and natural language processing, will make it easy for users to interact with the platform and explore new recipes.</a:t>
            </a:r>
            <a:endParaRPr lang="en-IN" sz="2400" dirty="0"/>
          </a:p>
        </p:txBody>
      </p:sp>
    </p:spTree>
    <p:extLst>
      <p:ext uri="{BB962C8B-B14F-4D97-AF65-F5344CB8AC3E}">
        <p14:creationId xmlns:p14="http://schemas.microsoft.com/office/powerpoint/2010/main" val="27112924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TotalTime>
  <Words>1106</Words>
  <Application>Microsoft Office PowerPoint</Application>
  <PresentationFormat>Widescreen</PresentationFormat>
  <Paragraphs>61</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Flavour Fusion: AI-Driven Recipe Blogging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AI-Driven Recipe Blogging </dc:title>
  <dc:creator>Eluru</dc:creator>
  <cp:lastModifiedBy>nakkatejasre2004@gmail.com</cp:lastModifiedBy>
  <cp:revision>10</cp:revision>
  <dcterms:created xsi:type="dcterms:W3CDTF">2026-02-19T13:05:58Z</dcterms:created>
  <dcterms:modified xsi:type="dcterms:W3CDTF">2026-02-19T13:59:30Z</dcterms:modified>
</cp:coreProperties>
</file>